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DIFY · V3.4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使用讲解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365760" y="3931920"/>
            <a:ext cx="11457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v3.4 | 2026-07-06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9224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2026-07-06 · SWISS STYLE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第一部分 · 平台概览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Dify 是什么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一句话定义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Dify 是一个开源的大语言模型（LLM）应用开发平台，面向开发者和业务人员。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它通过可视化界面、工作流编排和知识库能力，让 AI 应用的构建、调试与发布变得简单高效。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可视化编排：通过拖拽节点构建复杂工作流，无需编写大量代码即可落地业务逻辑。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模型无关：支持 OpenAI、Claude、通义千问等数百种模型，按需切换，避免供应商锁定。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46811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快速部署：提供 Docker 一键部署能力，私有化、SaaS 均可灵活落地。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608076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企业级能力：支持团队协作、权限管理、API 集成与审计日志，满足生产环境需求。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核心功能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Workflow（工作流）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将多个节点按流程连接，支持条件分支、循环与变量传递，实现复杂业务自动化。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Agent（智能体）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具备推理与工具调用能力，可自主分解任务并调用外部工具完成目标。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RAG（检索增强生成）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基于知识库检索相关文档，再让模型生成回答，显著降低幻觉并提高可解释性。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358384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模型管理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586130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统一配置多供应商 API Key，快速切换和对比不同模型效果。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6473952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集成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69768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提供标准 REST API，方便将 Dify 应用嵌入企业现有系统或第三方平台。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应用场景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企业常见落地场景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智能客服：7×24 小时自动回复常见问题，提升响应速度与用户满意度。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内容生成：辅助撰写文章、营销文案、产品描述，提高创作效率。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数据分析：从非结构化数据中提取关键信息，自动生成报告与摘要。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知识问答：基于企业内部文档构建问答系统，让员工快速获取准确知识。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96519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代码助手：代码生成、代码审查、技术文档生成，提升研发效率。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57784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教育培训：打造个性化学习助手、智能答疑机器人、课程内容生成器。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界面导览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主要模块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控制台：进入平台后的首页，可查看应用列表、使用统计与快速入口。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应用列表：集中管理所有创建的应用，支持搜索、筛选与分类。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知识库：上传文档、配置检索策略，构建企业知识底座。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工具与插件：管理内置工具、自定义工具及扩展 Dify 能力的插件。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控制台主界面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账户与设置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扩展是什么？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扩展是 Dify 提供的一种集成方式：把已发布应用以标准 REST API 的形式，接入到企业微信、钉钉、飞书、自有网站等第三方系统。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447288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通过 API 扩展，外部系统可以调用 Dify 应用的对话、生成、知识库检索等能力，实现 AI 能力的外挂式复用。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437997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账户设置要点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88289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模型供应商配置：添加 OpenAI、Claude、通义千问、文心一言等 API Key。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549554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成员管理：邀请团队成员，按需分配管理员、编辑、只读等角色。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610819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数据源：配置数据库、API 等外部数据源，供应用或工具调用。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672084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语言切换：支持中文、英文等多种界面语言，方便全球化团队使用。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第二部分 · 模型配置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支持的模型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国内供应商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通义千问（阿里云）、文心一言（百度）、智谱 AI、讯飞星火、月之暗面（Kimi）等。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兼容模型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任何兼容 OpenAI API 格式的模型均可接入，如 DeepSeek、零一万物等。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私有模型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本地部署的开源模型，如 Llama、ChatGLM、Qwen 等。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35838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可通过 Ollama、vLLM、Xinference 等工具部署并与 Dify 对接。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API Key 配置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配置步骤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1：点击右上角头像 → 设置 → 模型供应商。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2：选择目标供应商，例如 OpenAI、通义千问、智谱 AI 等。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3：填入 API Key，并根据需要设置模型名称、代理地址等参数。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4：点击保存后，使用测试按钮验证连接是否成功。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9651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常见问题排查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546811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Key 无效：检查是否复制完整、是否包含空格、是否已过期。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60807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余额不足：登录供应商控制台确认账户额度。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669340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网络问题：检查代理或防火墙设置，必要时切换网络环境。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模型供应商配置界面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模型类型说明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推理模型（对话/生成）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用于多轮对话、文本生成、问答等场景，如 GPT-4、Claude、通义千问。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模型（向量化）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将文本转换为高维向量，用于知识库语义检索与相似度匹配。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 模型（重排序）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对初步检索结果重新打分排序，提升最终返回文档的相关性。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358384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语音转文本模型（ASR）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586130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将语音输入转换为文字，支持语音对话、会议转写等场景。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6473952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文本转语音模型（TTS）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69768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将模型生成的文字转换为语音输出，支持语音播报、有声内容生成。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第三部分 · 应用类型概览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五种应用类型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Chatbot（聊天助手）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多轮对话应用，支持上下文记忆，适用于客服、问答、陪练等场景。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Completion（文本生成）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单次文本生成，输入-输出模式，适用于翻译、摘要、写作、文案生成。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Agent（智能体）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具备推理与工具调用能力，可自主决策，适用于复杂任务和多步骤场景。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358384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Workflow（工作流）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586130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可视化流程编排，节点拖拽、条件分支，适用于数据处理、自动化流程。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6473952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Chatflow（对话流）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69768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基于工作流的对话应用，融合多轮对话与流程控制，适合复杂对话场景。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四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第四部分 · 普通智能体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什么是普通智能体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普通智能体是 Dify 中最基础的应用形态，通过配置模型、提示词和工具，让模型完成特定任务。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配置简单：只需设置系统提示词并选择模型，即可快速发布。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快速上手：无需编排复杂工作流，适合业务人员快速验证想法。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灵活扩展：可添加内置或自定义工具，增强模型能力。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468112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597103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简单问答、文本生成、翻译、摘要、角色扮演等轻量级任务。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6583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包含的应用类型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7086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聊天助手（Chatbot）、文本生成（Completion）、Agent（智能体）。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创建流程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六步完成创建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1：在控制台点击【创建应用】，选择聊天助手、文本生成或 Agent。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2：填写应用名称和描述，便于团队识别和后续维护。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3：选择底层模型，如 GPT-4、通义千问等，作为智能体的推理引擎。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4：编写系统提示词，定义模型角色、行为边界与输出格式。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9651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5：（可选）添加工具，让模型能够查询实时数据或调用企业 API。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577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6：点击【发布】，应用即可通过 Web 界面或 API 对外提供服务。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创建应用界面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系统提示词设计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角色设定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明确告诉模型它是谁，例如：【你是一位专业的法律顾问】。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规则约束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定义行为边界，例如：【只回答民事法律问题，拒绝回答投资、医疗等问题】。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输出格式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指定输出结构，例如：【回答必须包含法律依据、分析过程、建议措施】。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358384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完整示例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5861304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你是一位专业的民事法律顾问。请根据用户描述提供法律依据、分析过程和建议措施；超出范围时请明确告知，并建议咨询专业律师。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工具添加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内置工具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Dify 提供 50+ 内置工具，如 Google 搜索、DALL·E 绘图、WolframAlpha 计算、天气查询等。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44728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在应用配置中勾选即可使用，无需额外开发。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405993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自定义工具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562856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通过 OpenAPI Schema 定义自己的工具，支持 REST API、GraphQL 等接口。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549554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可配置 API Key、OAuth 等认证方式，适配企业内部系统。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6108192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典型使用场景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6611112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查询实时数据（天气、股票、新闻）、调用企业 API（订单、库存、用户信息）、执行操作（发送邮件、创建任务）。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案例演示：法律知识问答助手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用户需要一个能解答民事法律问题的智能助手，提供法律依据与可操作建议。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创建 Chatbot 应用，配置法律专家角色提示词，设定输出格式包含法律依据、分析过程、建议措施。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56285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506577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助手能准确识别法律问题，引用相关法条，用通俗易懂的语言给出专业建议。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法律知识问答助手对话效果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案例要点总结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提示词设计技巧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角色设定要具体：明确专业领域、身份与服务对象。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规则约束要清晰：定义能回答什么、不能回答什么。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输出格式要规范：结构化输出便于用户理解与后续处理。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边界处理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明确告知模型能力范围，超出范围时主动说明并给出引导。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46811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添加免责声明，提醒用户咨询专业律师，避免法律风险。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第五部分 · 工作流智能体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什么是工作流智能体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工作流智能体通过可视化流程编排，将多个节点连接起来，按既定逻辑完成复杂任务。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与普通智能体的区别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普通智能体：单步执行，模型直接根据提示词生成结果。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工作流智能体：多步执行，可包含条件判断、循环、变量传递和工具调用。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535838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需要多步骤处理的复杂任务、需要条件分支的逻辑处理、需要调用多个工具或 API 的场景。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工作流设计器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核心操作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画布操作：支持拖拽节点、缩放画布、平移视图，方便编排复杂流程。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节点拖拽：从左侧面板拖拽所需节点到画布，快速搭建流程。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连线：点击节点输出端口并拖拽到另一节点输入端口，建立数据流。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调试运行：点击【调试】按钮，输入测试数据查看每一步输出。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9651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版本管理：保存多个版本，可随时回滚到历史版本，降低改动风险。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工作流设计器界面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节点类型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开始节点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工作流的入口，定义整个流程需要接收的输入变量。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节点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调用大语言模型，根据提示词生成文本或做出判断。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条件节点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根据设定条件分支，执行不同路径，实现 if/else 逻辑。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358384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变量节点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586130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定义、转换和传递变量，让数据在节点间流动。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6473952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结束节点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697687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工作流的出口，定义最终返回给调用方的输出变量。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变量传递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输入变量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由开始节点传入，或从上游节点的输出中获取。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输出变量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每个节点执行后产生的结果，可传递给下游节点继续使用。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变量引用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在节点中使用 {{variable_name}} 语法引用变量。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35838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支持字符串、数字、对象、数组等多种数据类型。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5971032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" y="6473952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开始节点输入：{{user_input}}；LLM 节点输出：{{llm_result}}；结束节点输出：{{final_output}}。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案例演示：信息提取助手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从非结构化文本（如会议纪要、邮件、合同）中提取人名、时间、地点、事件等关键信息。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设计工作流：开始节点接收文本 → LLM 节点提取信息 → 代码节点格式化为 JSON → 结束节点输出。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56285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506577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自动从任意文本中提取结构化信息，输出格式统一，准确率高，便于后续系统对接。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信息提取工作流设计器截图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案例要点总结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节点编排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合理拆分任务，每个节点只完成一个明确的子任务，降低单节点复杂度。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使用条件节点处理不同情况，提高流程的健壮性。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输出格式化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使用代码节点或模板节点格式化输出，确保结构统一。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根据下游系统需求，支持 JSON、XML、CSV 等多种输出格式。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六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第六部分 · Chatflow 智能体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什么是 Chatflow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Chatflow 是基于工作流的对话应用，结合了工作流的流程控制能力与对话的多轮交互能力。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与工作流的区别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工作流：单次执行，输入→处理→输出，适合批处理或一次性任务。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Chatflow：多轮对话，支持上下文记忆和动态流程控制，适合交互式场景。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535838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需要多轮对话收集信息的场景、需要根据对话内容动态调整流程的场景、复杂客服、咨询、导购场景。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对话流设计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多轮对话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模型自动保存对话历史，能在多轮交互中保持上下文连贯。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上下文传递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通过变量在不同节点间传递用户输入、历史记录和中间结果。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流程控制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根据用户回答动态调整对话流程，使用条件节点判断意图并进入不同分支。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上下文管理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会话记忆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自动保存对话历史，支持多轮交互；可配置记忆轮数，控制上下文长度。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变量作用域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全局变量：整个会话期间有效，适合保存用户身份等长期信息。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局部变量：单个节点内有效，用于临时计算。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会话变量：单次对话内有效，用于保存当前对话的上下文状态。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 对话开场白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设置方法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在应用配置中设置开场白内容，支持文本、图片、按钮、快捷问题等多种元素。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引导设计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明确告诉用户能做什么、不能做什么，降低用户试探成本。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提供示例问题，帮助用户快速进入有效对话。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设置快捷按钮，让用户一键选择常见意图。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 案例演示：多轮问答助手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构建一个能通过多轮对话收集用户信息（如预算、偏好、使用场景）并给出个性化建议的助手。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 Chatflow 设计对话流程：开场引导 → 问题分类 → 追问收集 → 综合建议。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助手能自然地引导对话，收集完整信息后给出针对性强、个性化的建议。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多轮问答助手对话效果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 案例要点总结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上下文管理技巧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合理设置记忆轮数，避免上下文过长导致模型性能下降和成本增加。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使用变量保存关键信息，减少重复提问。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设计清晰的对话流程，避免用户迷失或进入死胡同。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七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第七部分 · 普通知识库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 什么是知识库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知识库是 Dify 中用于存储、管理和检索文档的系统，是 RAG 应用的数据底座。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原理简介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RAG（Retrieval-Augmented Generation）= 检索 + 生成。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先从知识库中检索与用户问题相关的文档片段，再让模型基于检索结果生成回答。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通过引入外部知识，显著减少模型幻觉，提高回答的事实性与可解释性。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 创建知识库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创建步骤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1：进入【知识库】页面，点击【创建知识库】。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2：填写知识库名称和描述，便于识别与管理。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3：选择索引模式：高质量模式效果更好，经济模式成本更低。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4：上传文档，系统自动完成解析、分段和向量化处理。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创建知识库界面截图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 文档上传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支持格式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文本文件：TXT、Markdown、HTML。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办公文档：PDF、DOCX、PPTX、XLSX。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电子书：EPUB。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大小与数量限制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单文件最大 15MB，单个知识库最多支持 1000 个文档（视部署版本而定）。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 分段策略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自动分段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系统按段落、句子自动分段，适合结构清晰的文档。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自定义分段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按指定分隔符（如换行、特定标记）分段，适合日志、FAQ 等特定格式。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分段长度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建议 300-500 token，太短会丢失上下文，太长会降低检索精度。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 检索模式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语义检索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基于向量相似度检索，能理解同义词和语义关联，适合模糊查询。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关键词检索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基于关键词精确匹配，适合查找专有名词、型号、编号。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混合检索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结合语义检索与关键词检索，综合排序，通常效果最佳，推荐默认使用。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 案例演示：产品手册问答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基于产品手册构建问答系统，让用户能够快速查询产品功能和使用方法。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创建知识库上传产品手册，配置混合检索模式，再创建聊天助手关联该知识库。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用户提问产品相关问题时，系统从手册中检索相关内容并生成准确、可追溯的回答。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产品手册问答效果截图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 案例要点总结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分段策略选择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结构化文档（如手册、规范）建议使用自动分段，保留原有章节逻辑。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非结构化文档（如笔记、聊天记录）建议使用自定义分段，提升检索粒度。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召回优化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调整 TopK 参数，控制返回文档数量，避免引入噪音。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 Rerank 模型对结果重排序，提高最终生成质量。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八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第八部分 · 工作流知识库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 知识库检索节点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节点配置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选择知识库：从已有知识库中选择需要检索的数据源。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查询变量：指定检索关键词来源，通常是用户输入或上游节点输出。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检索参数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TopK：返回最相关的 K 个文档片段。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 阈值：过滤低相关性结果，只有高于阈值的结果才会被使用。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46811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检索模式：语义 / 关键词 / 混合。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 检索策略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控制返回文档数量，建议 3-5 个；过多会引入噪音，过少可能遗漏关键信息。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阈值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过滤低相关性结果，建议 0.5-0.7；阈值过低会引入无关内容，过高则可能漏答。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重排序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 Rerank 模型对初步检索结果重新打分排序，把最相关的内容排在前面。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 案例演示：智能问答工作流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构建一个结合知识库检索和 LLM 生成的智能问答工作流，实现有据可依的精准问答。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工作流设计：开始节点 → 知识库检索节点 → LLM 节点（结合检索结果生成回答）→ 结束节点。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回答基于知识库内容生成，可追溯到原文档，有效减少模型幻觉。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智能问答工作流截图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 案例要点总结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检索策略优化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根据实际回答效果调整 TopK 和 Score 阈值，找到平衡点。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 Rerank 模型提高检索精度，尤其在知识库较大时效果明显。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定期更新知识库，删除过期内容，保持回答的时效性。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九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第九部分 · 外部知识库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 什么是外部知识库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外部知识库是连接外部数据源的知识库，文档保留在企业已有的文档系统或数据库中。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与内部知识库的区别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内部知识库：文档上传到 Dify，由 Dify 完成解析、索引和存储。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外部知识库：文档保留在外部系统，Dify 通过标准 API 实时检索。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535838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企业已有成熟文档管理系统、文档量巨大、需要实时检索最新数据的场景。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 外部知识库 API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规范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遵循 Dify 外部知识库 API 规范，提供检索接口。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接口接收查询文本和参数，返回相关文档片段及元数据。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认证方式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Key：简单认证，适合内部系统对接。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OAuth：标准认证，适合第三方系统或跨企业场景。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468112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请求与返回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597103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通常使用 POST 请求，返回 JSON 格式的检索结果。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 创建外部知识库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创建步骤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1：在外部系统实现符合 Dify 规范的检索 API。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2：进入 Dify 知识库页面，选择【创建外部知识库】。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3：配置 API 端点、认证信息和请求参数。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4：测试检索，确认返回结果格式正确后即可使用。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创建外部知识库界面截图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 检索配置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检索参数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TopK：返回文档数量；Score 阈值：最低相关性分数。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重排序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可配置 Rerank 模型对返回结果重新排序，提升最终效果。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过滤条件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按文档类型、时间、标签、权限等条件过滤，实现精细化检索。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 案例演示：连接企业知识系统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企业已有内部知识库系统，希望在 Dify 中统一检索和使用。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开发 API 适配层，将企业内部检索接口封装为 Dify 外部知识库 API，完成对接。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员工可通过 Dify 统一访问企业知识系统，无需切换多个平台，提升工作效率。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企业知识系统集成架构截图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 案例要点总结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设计要点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接口保持简洁，遵循 RESTful 规范，返回结构化的检索结果。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文档元数据（标题、链接、时间）有助于提升回答可信度。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性能优化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使用缓存减少外部系统压力，设置合理超时时间，避免阻塞主流程。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十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第十部分 · MCP 与自定义工具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 什么是 MCP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MCP（Model Context Protocol）是模型上下文协议，用于标准化模型与外部工具之间的通信。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44728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95020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让模型能够发现、调用并理解外部工具返回的结果，扩展模型能力边界。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56285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506577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统一接口，降低工具集成成本；生态丰富，可复用社区已有工具。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 MCP 服务器配置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配置步骤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添加 MCP 服务器：填写服务器地址、端口和描述。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认证配置：根据服务器要求选择 API Key 或 OAuth 认证。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参数设置：配置超时时间、重试次数、并发限制等。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测试连接：保存前使用测试功能确认服务器可用。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服务器配置界面截图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 自定义工具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创建自定义工具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通过 OpenAPI Schema 定义工具接口，支持 REST API、GraphQL 等。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定义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定义接口路径、请求方法、参数结构、返回值格式和错误码说明。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参数配置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配置参数类型、是否必填、默认值、枚举值等，让模型准确理解工具用法。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 案例演示：集成外部 API 工具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让智能体能够调用企业内部 API，查询订单、库存、客户等业务数据。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将内部 API 封装为自定义工具，配置认证方式，在 Agent 应用中添加并授权该工具。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智能体可根据用户问题自动调用相应 API，实时查询业务数据并给出准确回答。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自定义工具配置与运行效果截图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 案例要点总结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工具设计最佳实践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工具职责单一：一个工具只做一件事，便于模型理解和维护。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参数清晰：使用简洁、描述明确的参数名和说明。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返回结构化数据：便于模型解析和生成最终回答。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十一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第十一部分 · API 集成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 后端即服务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概览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Dify 提供完整的 REST API，可集成到 Web、移动应用、企业系统等多种场景。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支持对话、文本生成、知识库检索、文件上传等多种能力。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认证方式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在请求头中传递 Authorization: Bearer {api_key} 完成认证。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 获取 API 密钥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获取步骤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1：进入目标应用的详情页。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2：点击【API 访问】标签，查看 API 端点与密钥管理。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3：点击【API 密钥】，创建一个新密钥。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步骤 4：复制密钥并妥善保存，避免泄露。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密钥管理界面截图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 API 调用示例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示例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'https://api.dify.ai/v1/chat-messages' \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89864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'Authorization: Bearer {api_key}' \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82696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'Content-Type: application/json' \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666744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'{"inputs": {}, "query": "你好", "user": "user-123"}'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050792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返回结果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455371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接口返回 JSON，包含回答文本、conversation_id、message_id 等字段。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 会话管理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 ID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每个对话拥有唯一的 conversation_id，用于关联同一用户的多轮交互。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上下文保持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在后续请求中传入 conversation_id，模型就能记住之前的对话内容。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不传 conversation_id 时，每次请求都是一次新对话。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 案例演示：搭建 Web 前端调用 Dify API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 HTML + JavaScript 搭建一个独立的问答页面，让用户在浏览器中直接与 Dify 应用交互。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44728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95020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创建前端页面，使用 fetch 调用 Dify API，处理流式响应并展示对话结果。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56285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506577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无需依赖第三方平台，即可在企业官网或内部系统中嵌入 AI 对话能力。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前端调用 Dify API 示例截图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 案例要点总结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错误处理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处理网络错误、API 错误、超时等异常，给用户友好的错误提示。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使用环境变量存储 API Key，不要硬编码在前端代码中。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实现重试和兜底机制，提高系统稳定性。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记录关键日志，便于问题排查和性能优化。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十二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第十二部分 · 最佳实践 — 会议纪要助手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 案例场景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输入会议内容（语音或文字），输出结构化会议纪要，包含议题、决议、待办事项。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 Dify 构建工作流：语音转文字 → 提取关键信息 → 按模板生成结构化纪要。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74573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自动从会议内容中提取关键信息，生成规范纪要，显著节省人工整理时间。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736592" cy="4206240"/>
          </a:xfrm>
          <a:prstGeom prst="rect">
            <a:avLst/>
          </a:prstGeom>
          <a:solidFill>
            <a:srgbClr val="F0F0EE"/>
          </a:solidFill>
          <a:ln w="19050">
            <a:solidFill>
              <a:srgbClr val="7373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086600" y="3749040"/>
            <a:ext cx="4736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会议纪要助手工作流截图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 知识库与工作流设计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知识库准备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上传会议纪要模板，定义输出格式和标准字段。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上传历史优秀纪要作为参考，帮助模型学习组织风格。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工作流设计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节点 1：从会议内容中提取关键信息（议题、决议、待办）。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节点 2：基于模板生成结构化纪要。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46811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代码节点：格式化输出为 Markdown、JSON 或邮件格式。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 智能体配置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关联知识库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绑定会议纪要模板知识库，让模型参考模板生成统一格式。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提示词设计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63016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角色：专业的会议纪要整理助手。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任务：从会议内容中提取关键信息，按模板生成纪要。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输出格式：包含议题、决议、待办事项、负责人、截止时间。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 发布与总结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API 将案例暴露为服务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获取 API 密钥后，集成到企业微信、钉钉、飞书或自有系统。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员工可直接在 IM 中发送会议内容，自动获取整理后的纪要。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优化与成本控制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提示词技巧：明确输出格式，使用结构化提示。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性能优化：选择合适模型，平衡质量与成本；设置 Token 限制，避免超长输入。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十三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第十三部分 · 总结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3749040"/>
            <a:ext cx="219456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 内容回顾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个核心案例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法律知识问答助手（普通智能体）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信息提取助手（工作流智能体）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多轮问答助手（Chatflow 智能体）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产品手册问答（普通知识库）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96519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智能问答工作流（工作流知识库）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57784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连接企业知识系统（外部知识库）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619048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集成外部 API 工具（MCP 与自定义工具）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680313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核心知识点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730605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应用类型、模型配置、知识库、工作流、API 集成、最佳实践。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 后续学习资源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官方文档与代码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https://docs.dify.ai - 完整的使用指南与 API 文档。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https://github.com/langgenius/dify - 开源代码仓库。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社区交流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24281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 社区：与全球开发者交流经验。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5546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 Discussions：提问、反馈和贡献。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468112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5971032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官方示例：https://docs.dify.ai/getting-started/readme/examples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690372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社区分享：查看其他用户的应用案例与最佳实践。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/ 63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 答疑环节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互动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欢迎提问！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12724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常见问题参考：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39896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• 如何选择合适的模型？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352544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• 如何优化知识库检索效果？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965192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• 如何降低 API 调用成本？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557784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• 如何处理敏感数据与权限控制？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D4D4D2"/>
          </a:solidFill>
          <a:ln/>
        </p:spPr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6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194560"/>
            <a:ext cx="11457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365760" y="374904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答疑环节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6446520"/>
            <a:ext cx="11457432" cy="914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Dify 使用讲解</dc:title>
  <dc:subject>Dify 平台使用讲解 v3.4</dc:subject>
  <dc:creator>Dify</dc:creator>
  <cp:lastModifiedBy>Dify</cp:lastModifiedBy>
  <cp:revision>1</cp:revision>
  <dcterms:created xsi:type="dcterms:W3CDTF">2026-07-06T07:28:57Z</dcterms:created>
  <dcterms:modified xsi:type="dcterms:W3CDTF">2026-07-06T07:28:57Z</dcterms:modified>
</cp:coreProperties>
</file>