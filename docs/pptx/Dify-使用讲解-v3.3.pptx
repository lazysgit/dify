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 使用讲解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v3.3 | 2026-07-04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平台概览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Dify 是什么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一句话定义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Dify 是一个开源的大语言模型（LLM）应用开发平台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让开发者和业务人员快速构建 AI 应用，无需复杂编程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可视化编排：通过拖拽节点构建复杂工作流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模型无关：支持数百种 LLM 模型，灵活切换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快速部署：Docker 一键部署，开箱即用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企业级：支持团队协作、权限管理、API 集成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核心功能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工作流（Workflow）：可视化流程编排，支持条件分支、循环、变量传递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Agent（智能体）：具备推理和工具调用能力，可自主决策完成复杂任务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RAG（检索增强生成）：基于知识库的问答系统，减少模型幻觉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模型管理：统一配置多家模型供应商，灵活切换和对比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集成：提供标准 REST API，轻松集成到现有系统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应用场景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智能客服：7x24 小时自动回复，处理常见问题，提升客户满意度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内容生成：文章撰写、营销文案、产品描述，提高创作效率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数据分析：从非结构化数据中提取洞察，生成报告和摘要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知识问答：基于企业内部文档构建问答系统，快速检索知识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代码助手：代码生成、代码审查、技术文档生成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教育培训：个性化学习助手、智能答疑、课程内容生成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界面导览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[截图占位: Dify 控制台主界面]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控制台：应用列表、快速入口、使用统计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应用列表：管理所有创建的应用，支持搜索和筛选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知识库：管理文档、配置检索策略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工具：内置工具和自定义工具管理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插件：扩展 Dify 功能的插件市场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账户与设置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模型供应商配置：添加 OpenAI、Claude、国产模型等 API Key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成员管理：邀请团队成员，分配角色和权限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数据源：配置外部数据源，如数据库、API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扩展：通过 API 将 Dify 应用集成到第三方系统，如企业微信、钉钉、自有网站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语言切换：支持中文、英文等多种语言界面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模型配置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支持的模型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国内供应商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通义千问（阿里云）、文心一言（百度）、智谱 AI、讯飞星火、月之暗面（Kimi）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兼容模型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任何兼容 OpenAI API 格式的模型，如 DeepSeek、零一万物等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私有模型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本地部署的开源模型，如 Llama、ChatGLM、Qwen 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通过 Ollama、vLLM 等工具部署私有模型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 API Key 配置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[截图占位: 模型供应商配置界面]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1：进入设置 → 模型供应商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2：选择供应商，如 OpenAI、通义千问等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3：填写 API Key，保存配置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4：测试连接，确认配置成功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常见问题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7040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Key 无效：检查是否复制完整，是否过期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7589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余额不足：确认账户有足够额度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8138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网络问题：检查代理设置或联系供应商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 模型类型说明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推理模型（对话/生成）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用于对话、文本生成、问答等场景，如 GPT-4、Claude、通义千问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模型（向量化）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将文本转换为向量，用于知识库检索和语义搜索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模型（重排序）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对检索结果重新排序，提高相关性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语音转文本模型（ASR）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将语音转换为文字，用于语音输入场景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文本转语音模型（TTS）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将文字转换为语音，用于语音输出场景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应用类型概览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 五种应用类型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Chatbot（聊天助手）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多轮对话应用，支持上下文记忆，适用于客服、问答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Completion（文本生成）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单次文本生成，输入-输出模式，适用于翻译、摘要、写作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Agent（智能体）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具备推理和工具调用能力，自主决策，适用于复杂任务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Workflow（工作流）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可视化流程编排，节点拖拽、条件分支，适用于数据处理、自动化流程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Chatflow（对话流）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基于工作流的对话应用，多轮对话 + 流程控制，适用于复杂对话场景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第四部分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普通智能体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 什么是普通智能体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普通智能体是 Dify 中最基础的应用类型，通过配置提示词和工具，让模型完成特定任务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配置简单：只需设置提示词和选择模型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快速上手：无需编排工作流，适合简单场景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灵活扩展：可添加工具增强能力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简单问答、文本生成、翻译、摘要等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包含的应用类型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聊天助手（Chatbot）、文本生成（Completion）、Agent（智能体）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 创建流程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[截图占位: 创建应用界面]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1：点击【创建应用】，选择应用类型（聊天助手/文本生成/Agent）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2：填写应用名称和描述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3：选择模型（如 GPT-4、通义千问等）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4：配置系统提示词，定义模型的角色和行为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5：（可选）添加工具，增强模型能力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7040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6：点击【发布】，应用即可使用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 系统提示词设计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角色设定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明确告诉模型它是谁，如【你是一位专业的法律顾问】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规则约束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定义模型的行为边界，如【只回答法律问题，拒绝回答其他问题】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输出格式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指定输出结构，如【回答必须包含：法律依据、分析过程、建议措施】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你是一位专业的法律顾问，专注于民事法律问题。请根据用户描述的情况，提供法律依据、分析过程和建议措施。如果问题超出民事法律范围，请明确告知。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 工具添加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内置工具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Dify 提供 50+ 内置工具，如 Google 搜索、DALL·E 绘图、WolframAlpha 计算等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直接在应用配置中勾选需要的工具即可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自定义工具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通过 OpenAPI Schema 定义自己的工具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 REST API、GraphQL 等接口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可配置认证方式（API Key、OAuth 等）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使用场景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查询实时数据（天气、股票、新闻）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调用企业内部 API（订单、库存、用户信息）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583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执行特定操作（发送邮件、创建任务）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 案例演示：法律知识问答助手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用户需要一个能解答民事法律问题的智能助手，提供法律依据和建议。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创建聊天助手，配置系统提示词定义法律专家角色，设定回答格式包含法律依据、分析过程和建议措施。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智能体能准确识别法律问题，引用相关法条，给出专业且易懂的法律建议。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15. 案例要点总结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提示词设计技巧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角色设定要具体：明确专业领域和身份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规则约束要清晰：定义什么能做、什么不能做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输出格式要规范：结构化输出便于用户理解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边界处理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明确告知模型能力范围，超出范围时主动说明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添加免责声明，提醒用户咨询专业律师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第五部分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工作流智能体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 什么是工作流智能体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工作流智能体通过可视化流程编排，将多个节点连接起来，完成复杂任务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与普通智能体的区别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普通智能体：单步执行，模型直接生成结果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工作流智能体：多步执行，可包含条件判断、循环、变量传递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需要多步骤处理的复杂任务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需要条件分支的逻辑处理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需要调用多个工具或 API 的场景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17. 工作流设计器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[截图占位: 工作流设计器界面]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画布操作：拖拽节点、连线、缩放、平移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节点拖拽：从左侧面板拖拽节点到画布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连线：点击节点输出端口，拖拽到另一个节点输入端口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调试：点击【调试】按钮，测试工作流执行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版本管理：保存多个版本，可随时回滚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18. 节点类型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开始节点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工作流入口，定义输入变量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节点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调用大语言模型，生成文本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条件节点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根据条件分支，执行不同路径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变量节点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定义和传递变量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结束节点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工作流出口，定义输出变量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 变量传递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输入变量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从开始节点传入，或从上游节点输出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输出变量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节点执行后产生的结果，可传递给下游节点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变量引用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在节点中使用 {{variable_name}} 引用变量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支持字符串、数字、对象、数组等类型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开始节点输入：{{user_input}}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节点输出：{{llm_result}}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583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结束节点输出：{{final_output}}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20. 案例演示：信息提取助手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从非结构化文本中提取关键信息（人名、时间、地点、事件），输出结构化 JSON。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设计工作流：开始节点接收文本 → LLM 节点提取信息 → 代码节点格式化 JSON → 结束节点输出。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自动从任意文本中提取结构化信息，准确率高，输出格式统一。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21. 案例要点总结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节点编排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合理拆分任务，每个节点完成一个明确的子任务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使用条件节点处理不同情况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输出格式化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使用代码节点格式化输出，确保结构统一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 JSON、XML、CSV 等多种格式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第六部分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Chatflow 智能体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22. 什么是 Chatflow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Chatflow 是基于工作流的对话应用，结合了工作流的流程控制和对话的多轮交互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与工作流的区别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工作流：单次执行，输入→处理→输出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Chatflow：多轮对话，支持上下文记忆和流程控制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需要多轮对话收集信息的场景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需要根据对话内容动态调整流程的场景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复杂的客服、咨询、导购场景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23. 对话流设计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支持上下文记忆，模型能记住之前的对话内容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上下文传递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通过变量在不同节点间传递对话上下文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流程控制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根据用户回答动态调整对话流程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使用条件节点判断用户意图，进入不同分支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24. 上下文管理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会话记忆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自动保存对话历史，支持多轮交互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可配置记忆轮数，控制上下文长度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变量作用域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全局变量：整个会话期间有效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局部变量：单个节点内有效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会话变量：单次对话内有效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25. 对话开场白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设置方法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在应用配置中设置开场白内容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支持文本、图片、按钮等多种元素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引导设计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明确告诉用户能做什么、不能做什么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提供示例问题，引导用户提问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设置快捷按钮，方便用户选择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 案例演示：多轮问答助手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构建一个能通过多轮对话收集用户信息并给出建议的助手。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Chatflow 设计对话流程：开场引导 → 问题分类 → 追问收集 → 综合建议。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助手能自然地引导对话，收集完整信息后给出个性化建议。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27. 案例要点总结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上下文管理技巧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合理设置记忆轮数，避免上下文过长影响性能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使用变量保存关键信息，便于后续使用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设计清晰的对话流程，避免用户迷路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第七部分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普通知识库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28. 什么是知识库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知识库是存储和管理文档的系统，支持基于文档的问答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原理简介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RAG（Retrieval-Augmented Generation）= 检索 + 生成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先从知识库检索相关文档，再让模型基于检索结果生成回答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减少模型幻觉，提高回答准确性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29. 创建知识库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[截图占位: 创建知识库界面]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1：进入知识库页面，点击【创建知识库】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2：填写知识库名称和描述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3：选择索引模式（高质量/经济）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4：上传文档，等待处理完成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 文档上传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支持格式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文本文件：TXT、MD、HTML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办公文档：PDF、DOCX、PPTX、XLSX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电子书：EPUB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大小限制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单文件最大 15MB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单个知识库最多 1000 个文档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31. 分段策略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自动分段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系统自动按段落、句子分段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适合结构清晰的文档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自定义分段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按指定分隔符分段（如换行、特定标记）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适合特定格式的文档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分段长度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建议 300-500 token，平衡检索精度和上下文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32. 检索模式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语义检索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基于向量相似度检索，理解语义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适合模糊查询、概念匹配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关键词检索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基于关键词匹配，精确查找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适合专有名词、编号查询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混合检索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结合语义和关键词，综合排序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推荐默认使用，效果最佳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33. 案例演示：产品手册问答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基于产品手册构建问答系统，用户可查询产品功能和使用方法。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创建知识库上传产品手册，配置混合检索模式，创建聊天助手关联知识库。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用户提问产品相关问题时，系统从手册中检索相关内容并生成准确回答。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34. 案例要点总结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分段策略选择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结构化文档（如手册）：使用自动分段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非结构化文档（如笔记）：使用自定义分段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召回优化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调整 TopK 参数，控制返回文档数量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Rerank 模型，提高检索精度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第八部分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工作流知识库</a:t>
            </a:r>
            <a:endParaRPr lang="en-US" sz="4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35. 知识库检索节点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节点配置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选择知识库：从已有知识库中选择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查询变量：指定检索关键词来源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检索参数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TopK：返回最相关的 K 个文档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阈值：过滤低相关性结果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检索模式：语义/关键词/混合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36. 检索策略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控制返回文档数量，建议 3-5 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过多：引入噪音，影响生成质量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过少：可能遗漏关键信息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阈值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过滤低相关性结果，建议 0.5-0.7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Rerank 模型对结果重新排序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提高最终生成质量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37. 案例演示：智能问答工作流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构建一个结合知识库检索和 LLM 生成的智能问答工作流。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工作流设计：开始节点 → 知识库检索节点 → LLM 节点（结合检索结果生成回答）→ 结束节点。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实现精准的基于知识库的问答，回答有据可依，减少幻觉。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38. 案例要点总结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检索策略优化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根据实际效果调整 TopK 和 Score 阈值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Rerank 模型提高检索精度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定期更新知识库，保持内容新鲜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第九部分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外部知识库</a:t>
            </a:r>
            <a:endParaRPr lang="en-US" sz="4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39. 什么是外部知识库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连接外部数据源的知识库，如企业已有的文档系统、数据库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与内部知识库的区别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内部知识库：文档上传到 Dify，由 Dify 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外部知识库：文档保留在外部系统，Dify 通过 API 检索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企业已有成熟的文档管理系统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文档量大，不适合全部上传到 Dify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需要实时检索最新数据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40. 外部知识库 API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规范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遵循 Dify 外部知识库 API 规范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提供检索接口，接收查询请求，返回相关文档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认证方式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Key：简单认证，适合内部系统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OAuth：标准认证，适合第三方系统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请求格式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请求，包含查询文本和参数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返回 JSON 格式，包含检索结果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41. 创建外部知识库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[截图占位: 创建外部知识库界面]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1：配置 API 端点和认证信息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2：创建外部知识库，填写名称和描述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3：绑定数据源，配置检索参数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4：测试检索，确认配置正确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42. 检索配置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检索参数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TopK：返回文档数量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阈值：最低相关性分数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Rerank 模型对结果重新排序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过滤条件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按文档类型、时间、标签等过滤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43. 案例演示：连接企业知识系统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企业已有内部知识库系统，需要在 Dify 中集成使用。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 API 适配层，在 Dify 中配置外部知识库连接，实现统一检索入口。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员工可通过 Dify 统一访问企业知识系统，无需切换多个平台。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44. 案例要点总结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设计要点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接口简洁，遵循 RESTful 规范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返回结构化的检索结果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性能优化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使用缓存减少外部系统压力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设置合理的超时时间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第十部分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与自定义工具</a:t>
            </a:r>
            <a:endParaRPr lang="en-US" sz="4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45. 什么是 MCP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MCP（Model Context Protocol）是模型上下文协议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标准化模型与工具的通信方式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让模型能调用外部工具，扩展能力边界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统一接口，降低集成成本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生态丰富，可复用现有工具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46. MCP 服务器配置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[截图占位: MCP 服务器配置界面]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添加 MCP 服务器：填写服务器地址和端口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认证配置：API Key 或 OAuth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参数设置：超时时间、重试次数等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测试连接：确认服务器可用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47. 自定义工具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创建自定义工具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通过 OpenAPI Schema 定义工具接口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 REST API、GraphQL 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定义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定义接口路径、方法、参数、返回值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参数配置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配置参数类型、是否必填、默认值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 案例演示：集成外部 API 工具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让智能体能调用企业内部 API 查询订单、库存等业务数据。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将内部 API 封装为自定义工具，配置认证方式，在智能体中添加工具。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智能体可根据用户问题自动调用相应 API，实时查询业务数据并回答。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49. 案例要点总结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工具设计最佳实践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工具职责单一，一个工具做一件事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参数清晰，便于模型理解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返回结构化数据，便于模型处理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第十一部分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集成</a:t>
            </a:r>
            <a:endParaRPr lang="en-US" sz="4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50. 后端即服务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概览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Dify 提供完整的 REST API，可集成到任何系统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支持对话、文本生成、知识库检索等功能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认证方式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Key：在请求头中传递 Authorization: Bearer {api_key}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51. 获取 API 密钥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[截图占位: API 密钥管理界面]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1：进入应用详情页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2：点击【API 访问】标签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3：点击【API 密钥】，创建新密钥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4：复制密钥，妥善保存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52. API 调用示例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代码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curl -X POST 'https://api.dify.ai/v1/chat-messages' \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-H 'Authorization: Bearer {api_key}' \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-H 'Content-Type: application/json' \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-d '{"inputs": {}, "query": "你好", "user": "user-123"}'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返回结果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返回 JSON 格式，包含回答文本、会话 ID 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53. 会话管理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 ID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每个对话有唯一的 conversation_id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用于关联同一对话的多轮交互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上下文保持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传递 conversation_id，模型能记住之前的对话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不传递则每次都是新对话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54. 案例演示：搭建 Web 前端调用 Dify API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HTML + JavaScript 搭建一个独立的问答页面，调用 Dify API 实现对话。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HTML 页面，使用 fetch 调用 Dify API，处理响应并展示对话结果。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用户可在浏览器中直接与 Dify 应用交互，无需依赖第三方平台。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55. 案例要点总结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错误处理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处理网络错误、API 错误、超时等异常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给用户友好的错误提示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最佳实践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使用环境变量存储 API Key，不要硬编码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实现重试机制，提高稳定性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记录日志，便于问题排查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第十二部分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最佳实践 — 会议纪要助手</a:t>
            </a:r>
            <a:endParaRPr lang="en-US" sz="4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56. 案例场景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输入会议内容（语音或文字），输出结构化会议纪要，包含议题、决议、待办事项。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Dify 构建工作流：语音转文字 → 提取关键信息 → 生成结构化纪要。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5603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自动从会议内容中提取关键信息，生成规范的会议纪要，节省人工整理时间。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57. 知识库与工作流设计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知识库准备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上传会议纪要模板，定义输出格式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上传历史优秀纪要，作为参考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工作流设计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节点 1：提取关键信息（议题、决议、待办）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节点 2：基于模板生成结构化纪要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代码节点：格式化输出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58. 智能体配置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关联知识库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绑定会议纪要模板知识库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提示词设计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角色：专业的会议纪要整理助手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任务：从会议内容中提取关键信息，按模板生成纪要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输出格式：包含议题、决议、待办事项、负责人、截止时间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59. 发布与总结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API 将案例暴露为服务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获取 API 密钥，集成到企业微信、钉钉或自有系统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员工可直接在 IM 中发送会议内容，自动获取纪要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提示词技巧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明确输出格式，使用结构化提示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性能优化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使用合适的模型，平衡质量和成本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成本控制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设置 Token 限制，避免超长输入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第十三部分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60. 内容回顾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个案例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法律知识问答助手（普通智能体）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信息提取助手（工作流智能体）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多轮问答助手（Chatflow 智能体）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产品手册问答（普通知识库）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智能问答工作流（工作流知识库）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连接企业知识系统（外部知识库）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集成外部 API 工具（MCP 与自定义工具）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核心知识点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应用类型、模型配置、知识库、工作流、API 集成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61. 后续学习资源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官方文档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https://docs.dify.ai - 完整的使用指南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https://github.com/langgenius/dify - 开源代码仓库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Discord 社区：与其他开发者交流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Discussions：提问和反馈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官方示例：https://docs.dify.ai/getting-started/readme/examples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社区分享：查看其他用户的应用案例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62. 答疑环节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欢迎提问！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常见问题：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• 如何选择合适的模型？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• 如何优化知识库检索效果？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• 如何降低 API 调用成本？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• 如何处理敏感数据？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6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答疑环节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Dify 使用讲解</dc:title>
  <dc:subject>Dify 平台使用讲解 v3.3</dc:subject>
  <dc:creator>Dify</dc:creator>
  <cp:lastModifiedBy>Dify</cp:lastModifiedBy>
  <cp:revision>1</cp:revision>
  <dcterms:created xsi:type="dcterms:W3CDTF">2026-07-06T06:32:50Z</dcterms:created>
  <dcterms:modified xsi:type="dcterms:W3CDTF">2026-07-06T06:32:50Z</dcterms:modified>
</cp:coreProperties>
</file>